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智能决策助手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AI智能体系统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基于自研图神经网络框架的多智能体协同决策系统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选手：田泽熠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学校：成都市金牛实验中学校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组别：初中组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645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03120"/>
            <a:ext cx="2286000" cy="0"/>
          </a:xfrm>
          <a:prstGeom prst="line">
            <a:avLst/>
          </a:prstGeom>
          <a:noFill/>
          <a:ln w="508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系统功能、技术特点与创新点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502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自研神经网络框架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DAG图计算+向量化GPU加速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从零实现的深度学习引擎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384048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38404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9502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13节点工作流引擎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DAG调度+条件分支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驱动智能体协作管线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384048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38404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502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27智能体分层投票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3域x3功能组x3子Agent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级联加权投票协商机制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决策助手是一个融合自研图神经网络框架、大语言模型(LLM)与多智能体协同决策的AI系统，支持股票分析、天气预报、汇率预测三大应用场景，具备多源数据降级获取、8层输出校验、ML+LLM双重推理等核心能力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Web交互层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Web应用 / SSE流式 / 语音输入 / 响应式UI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工作流引擎层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13节点DAG调度 / 条件分支路由 / Mermaid可视化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60604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多智能体层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743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27个Agent分层投票 / LLM推理Agent / 规则Agent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核心框架层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3520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图神经网络 / 向量化加速 / LLM多Key轮换 / 输出校验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160520"/>
            <a:ext cx="0" cy="137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97680"/>
            <a:ext cx="768096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数据源层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297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东方财富 / 腾讯 / 新浪 / Open-Meteo / Frankfurter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核心创新：27-Agent分层投票协商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2377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3774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股票分析 (9 Agent)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趋势组: LLM+均线+动量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波动率组: LLM+ATR+标准差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技术面组: LLM+RSI+MACD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2377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97280"/>
            <a:ext cx="23774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天气预报 (9 Agent)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温度趋势组: LLM+温差+历史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降水组: LLM+降水率+风速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季节模式组: LLM+季节+周期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3774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3774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汇率预测 (9 Agent)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趋势组: LLM+方向+惯性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波动率组: LLM+振幅+均值回归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动量组: LLM+涨跌幅+成交量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投票流程：功能组内3子Agent加权投票 → 3功能组信号加权汇总统 → 域级共识输出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13节点DAG工作流引擎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0" cy="457200"/>
          </a:xfrm>
          <a:prstGeom prst="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0" y="14173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188720"/>
            <a:ext cx="914400" cy="457200"/>
          </a:xfrm>
          <a:prstGeom prst="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optimizer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188720"/>
            <a:ext cx="914400" cy="457200"/>
          </a:xfrm>
          <a:prstGeom prst="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route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566160" y="14173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188720"/>
            <a:ext cx="914400" cy="457200"/>
          </a:xfrm>
          <a:prstGeom prst="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stock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188720"/>
            <a:ext cx="914400" cy="457200"/>
          </a:xfrm>
          <a:prstGeom prst="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weather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303520" y="164592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286000"/>
            <a:ext cx="914400" cy="457200"/>
          </a:xfrm>
          <a:prstGeom prst="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currency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71600" y="251460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2286000"/>
            <a:ext cx="914400" cy="457200"/>
          </a:xfrm>
          <a:prstGeom prst="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stock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0" y="251460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286000"/>
            <a:ext cx="914400" cy="457200"/>
          </a:xfrm>
          <a:prstGeom prst="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weather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566160" y="251460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2286000"/>
            <a:ext cx="914400" cy="457200"/>
          </a:xfrm>
          <a:prstGeom prst="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currency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63440" y="251460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286000"/>
            <a:ext cx="914400" cy="457200"/>
          </a:xfrm>
          <a:prstGeom prst="rect">
            <a:avLst>
              <a:gd name="adj" fmla="val 16000"/>
            </a:avLst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analysis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303520" y="274320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383280"/>
            <a:ext cx="914400" cy="457200"/>
          </a:xfrm>
          <a:prstGeom prst="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71600" y="361188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54480" y="3383280"/>
            <a:ext cx="914400" cy="457200"/>
          </a:xfrm>
          <a:prstGeom prst="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155448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468880" y="361188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51760" y="3383280"/>
            <a:ext cx="914400" cy="457200"/>
          </a:xfrm>
          <a:prstGeom prst="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265176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特性：DAG拓扑排序执行 / 条件分支路由 / 自动Mermaid流程图生成 / 节点级联状态传播 / 并行执行支持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技术特色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向量化神经网络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从零实现的图神经网络框架，支持GPU(CuPy)/CPU(NumPy)自动切换，批量矩阵运算加速，He/Xavier智能初始化，Dropout正则化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34840" y="109728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109728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80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8层输出校验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17720" y="16916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关键词过滤→正则格式校验→数值合理性→JSON校验→置信度过滤→LLM幻觉检测→输出清洗→风险提示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9718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97180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LLM多源故障转移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OpenRouter(3Key轮换)→自定义OpenAI→Ollama本地→规则回退，健康检测+超时控制+自动跳过故障源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34840" y="297180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34840" y="297180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834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ML+LLM双重推理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617720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自训练ML模型提供客观数据预测（股票/天气/汇率），LLM提供语义分析和上下文理解，两者优势互补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智能人机交互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SSE流式输出：实时打字机效果，逐字推送AI回复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工作流可视化：Mermaid流程图实时渲染，展示Agent执行过程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语音输入/播报：Web Speech API，支持语音提问与TTS朗读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深色/浅色主题：一键切换，适配不同使用环境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用户认证系统：注册/登录/退出，对话历史持久化存储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多轮对话上下文：维持对话记忆，支持连续追问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API：完善的API接口，易于扩展至微信小程序等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中英文国际化：界面语言自适应，降低使用门槛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13个API端点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4389120"/>
            <a:ext cx="22860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1225行前端代码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4389120"/>
            <a:ext cx="228600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1700+行后端代码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应用场景与数据展示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股票分析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377440" y="1170432"/>
            <a:ext cx="640080" cy="3200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377440" y="11704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73736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15维特征提取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4源数据降级获取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9-Agent投票决策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买卖信号输出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097280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7043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天气预报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257800" y="1170432"/>
            <a:ext cx="640080" cy="3200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257800" y="11704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74720" y="173736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时序特征工程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Open-Meteo免费API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温度/降水预测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季节模式分析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09728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097280"/>
            <a:ext cx="2697480" cy="5029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7043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2084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汇率预测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138160" y="1170432"/>
            <a:ext cx="640080" cy="3200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138160" y="11704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355080" y="1737360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10维特征提取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Frankfurter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多货币对支持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双向趋势判断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3152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数据来源：东方财富 / 腾讯证券 / 新浪财经 / Open-Meteo / Frankfurter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测试与评分覆盖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test_step01_architecture.py: 网络架构验证（节点/边/层/连接）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test_step02_data_structure.py: 数据结构验证（梯度本地化/累加）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test_step03_forward.py: 前向传播验证（形状/范围/确定性）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test_step04_backward.py: 反向传播验证（有限差分法数值梯度）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实现情况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工作流开发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13节点DAG工作流+LLM决策条件分支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多模态调用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LLM+神经网络+LLM Agent 3种模式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多智能体协同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27个Agent分层投票协商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智能人机交互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Web+自然语言+语音+流式输出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提示词设计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6个专业提示词模板(JSON约束)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输出验证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8层校验(关键词/正则/数值/幻觉)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扩展性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API+响应式Web+语音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使用记录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SQLite持久化+用户认证+对话历史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智能决策助手 - AI智能体系统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自研图神经网络框架 + 向量化GPU加速</a:t>
            </a:r>
            <a:endParaRPr lang="en-US" sz="1300" dirty="0"/>
          </a:p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13节点DAG工作流引擎 + 条件分支</a:t>
            </a:r>
            <a:endParaRPr lang="en-US" sz="1300" dirty="0"/>
          </a:p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27个Agent分层投票协商机制</a:t>
            </a:r>
            <a:endParaRPr lang="en-US" sz="1300" dirty="0"/>
          </a:p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8层输出校验 + ML+LLM双重推理</a:t>
            </a:r>
            <a:endParaRPr lang="en-US" sz="1300" dirty="0"/>
          </a:p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SSE流式Web界面 + 语音交互</a:t>
            </a:r>
            <a:endParaRPr lang="en-US" sz="1300" dirty="0"/>
          </a:p>
          <a:p>
            <a:pPr algn="ctr" marL="342900" indent="-342900">
              <a:spcAft>
                <a:spcPts val="800"/>
              </a:spcAft>
              <a:buSzPct val="100000"/>
              <a:buChar char="★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股票/天气/汇率三大应用场景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智能决策助手 - AI智能体系统</dc:title>
  <dc:subject>PptxGenJS Presentation</dc:subject>
  <dc:creator>田泽熠</dc:creator>
  <cp:lastModifiedBy>田泽熠</cp:lastModifiedBy>
  <cp:revision>1</cp:revision>
  <dcterms:created xsi:type="dcterms:W3CDTF">2026-06-14T13:37:49Z</dcterms:created>
  <dcterms:modified xsi:type="dcterms:W3CDTF">2026-06-14T13:37:49Z</dcterms:modified>
</cp:coreProperties>
</file>